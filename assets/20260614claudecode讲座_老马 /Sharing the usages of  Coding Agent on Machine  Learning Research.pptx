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300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1" r:id="rId49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ceac951b9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ceac951b9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ceac951b9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ceac951b9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ceac951b9_0_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ceac951b9_0_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ceac951b9_0_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ceac951b9_0_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ceac951b9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ceac951b9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ceac951b9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ceac951b9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ceac951b9_0_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ceac951b9_0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ceac951b9_0_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ceac951b9_0_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ceac951b9_0_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ceac951b9_0_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ceac951b9_0_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ceac951b9_0_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ceac951b9_0_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ceac951b9_0_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ceac951b9_0_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ceac951b9_0_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ceac951b9_0_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ceac951b9_0_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ceac951b9_0_1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ceac951b9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ceac951b9_0_1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ceac951b9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ceac951b9_0_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ceac951b9_0_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ceac951b9_0_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ceac951b9_0_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ceac951b9_0_1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ceac951b9_0_1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ceac951b9_0_1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ceac951b9_0_1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ceac951b9_0_1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ceac951b9_0_1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ceac951b9_0_1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ceac951b9_0_1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ceac951b9_0_1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ceac951b9_0_1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ceac951b9_0_1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ceac951b9_0_1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ceac951b9_0_1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ceac951b9_0_1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ceac951b9_0_1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ceac951b9_0_1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ceac951b9_0_2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ceac951b9_0_2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ceac951b9_0_2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ceac951b9_0_2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ceac951b9_0_2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ceac951b9_0_2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ceac951b9_0_1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ceac951b9_0_1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ceac951b9_0_2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ceac951b9_0_2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ceac951b9_0_2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ceac951b9_0_2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ceac951b9_0_2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ceac951b9_0_2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ceac951b9_0_2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eceac951b9_0_2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ceac951b9_0_2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ceac951b9_0_2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ceac951b9_0_2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eceac951b9_0_2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ceac951b9_0_2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ceac951b9_0_2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ceac951b9_0_3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ceac951b9_0_3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ceac951b9_0_3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ceac951b9_0_3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ceac951b9_0_3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ceac951b9_0_3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ceac951b9_0_3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ceac951b9_0_3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ceac951b9_0_3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ceac951b9_0_3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ceac951b9_0_3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eceac951b9_0_3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ceac951b9_0_3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eceac951b9_0_3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ceac951b9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ceac951b9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Sharing the usages of 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Coding Agent on Machine 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Research</a:t>
            </a:r>
            <a:endParaRPr lang="en-GB"/>
          </a:p>
        </p:txBody>
      </p:sp>
      <p:sp>
        <p:nvSpPr>
          <p:cNvPr id="55" name="Google Shape;55;p13"/>
          <p:cNvSpPr txBox="1"/>
          <p:nvPr>
            <p:ph type="subTitle" idx="1"/>
          </p:nvPr>
        </p:nvSpPr>
        <p:spPr>
          <a:xfrm>
            <a:off x="311700" y="2834125"/>
            <a:ext cx="8520600" cy="13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Hengli Li</a:t>
            </a:r>
            <a:br>
              <a:rPr lang="en-GB"/>
            </a:br>
            <a:r>
              <a:rPr lang="en-GB"/>
              <a:t>2026.6.7</a:t>
            </a:r>
            <a:br>
              <a:rPr lang="en-GB"/>
            </a:br>
            <a:br>
              <a:rPr lang="en-GB"/>
            </a:br>
            <a:r>
              <a:rPr lang="en-GB" i="1"/>
              <a:t>Opinions are my own.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am I?</a:t>
            </a:r>
            <a:endParaRPr lang="en-GB"/>
          </a:p>
        </p:txBody>
      </p:sp>
      <p:sp>
        <p:nvSpPr>
          <p:cNvPr id="61" name="Google Shape;61;p1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Supervised by Song-Chun Zhu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PhD Student working on Machine Learning &amp; NLP, with special focus on latent variable modeling and latent reasoning.</a:t>
            </a:r>
            <a:endParaRPr lang="en-GB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746650" y="848250"/>
            <a:ext cx="8272200" cy="36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1">
                <a:solidFill>
                  <a:schemeClr val="dk1"/>
                </a:solidFill>
              </a:rPr>
              <a:t>I think that </a:t>
            </a:r>
            <a:r>
              <a:rPr lang="en-GB" sz="2400" b="1" i="1">
                <a:solidFill>
                  <a:srgbClr val="FF0000"/>
                </a:solidFill>
              </a:rPr>
              <a:t>collaborating with AI</a:t>
            </a:r>
            <a:r>
              <a:rPr lang="en-GB" sz="2400" b="1" i="1">
                <a:solidFill>
                  <a:schemeClr val="dk1"/>
                </a:solidFill>
              </a:rPr>
              <a:t> instead of leading them is a better way. You should treat the AI </a:t>
            </a:r>
            <a:r>
              <a:rPr lang="en-GB" sz="2400" b="1" i="1">
                <a:solidFill>
                  <a:srgbClr val="FF0000"/>
                </a:solidFill>
              </a:rPr>
              <a:t>as your collaborator, who you can’t fully trust</a:t>
            </a:r>
            <a:r>
              <a:rPr lang="en-GB" sz="2400" b="1" i="1">
                <a:solidFill>
                  <a:schemeClr val="dk1"/>
                </a:solidFill>
              </a:rPr>
              <a:t>.</a:t>
            </a:r>
            <a:r>
              <a:rPr lang="en-GB" sz="2400" b="1">
                <a:solidFill>
                  <a:schemeClr val="dk1"/>
                </a:solidFill>
              </a:rPr>
              <a:t> </a:t>
            </a:r>
            <a:endParaRPr sz="3100" b="1">
              <a:solidFill>
                <a:schemeClr val="dk2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532350" y="1702650"/>
            <a:ext cx="5241051" cy="349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Outline</a:t>
            </a:r>
            <a:endParaRPr lang="en-GB"/>
          </a:p>
        </p:txBody>
      </p:sp>
      <p:sp>
        <p:nvSpPr>
          <p:cNvPr id="73" name="Google Shape;73;p1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Brief Introduction of Coding Agent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Starting the research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Pushing forward the research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Helping with paper writing and poster drawing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Using coding agent to help collaborating with others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627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20"/>
              <a:t>Part I. Brief Introduction of Coding Agent</a:t>
            </a:r>
            <a:endParaRPr sz="40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I. Brief Introduction of Coding Agent</a:t>
            </a:r>
            <a:endParaRPr lang="en-GB"/>
          </a:p>
        </p:txBody>
      </p:sp>
      <p:sp>
        <p:nvSpPr>
          <p:cNvPr id="84" name="Google Shape;84;p1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have used:</a:t>
            </a:r>
            <a:endParaRPr lang="en-GB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Trae</a:t>
            </a:r>
            <a:endParaRPr lang="en-GB"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064502" y="1624025"/>
            <a:ext cx="4939423" cy="29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I. Brief Introduction of Coding Agent</a:t>
            </a:r>
            <a:endParaRPr lang="en-GB"/>
          </a:p>
        </p:txBody>
      </p:sp>
      <p:sp>
        <p:nvSpPr>
          <p:cNvPr id="91" name="Google Shape;91;p1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have used:</a:t>
            </a:r>
            <a:endParaRPr lang="en-GB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Trae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codex</a:t>
            </a:r>
            <a:endParaRPr lang="en-GB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55826" y="2822749"/>
            <a:ext cx="6783201" cy="19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I. Brief Introduction of Coding Agent</a:t>
            </a:r>
            <a:endParaRPr lang="en-GB"/>
          </a:p>
        </p:txBody>
      </p:sp>
      <p:sp>
        <p:nvSpPr>
          <p:cNvPr id="98" name="Google Shape;98;p2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have used:</a:t>
            </a:r>
            <a:endParaRPr lang="en-GB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Trae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Codex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Claude code</a:t>
            </a:r>
            <a:endParaRPr lang="en-GB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3013171"/>
            <a:ext cx="9144003" cy="1777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I. Brief Introduction of Coding Agent</a:t>
            </a:r>
            <a:endParaRPr lang="en-GB"/>
          </a:p>
        </p:txBody>
      </p:sp>
      <p:sp>
        <p:nvSpPr>
          <p:cNvPr id="105" name="Google Shape;105;p2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have used:</a:t>
            </a:r>
            <a:endParaRPr lang="en-GB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Trae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Codex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Claude code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cursor</a:t>
            </a:r>
            <a:endParaRPr lang="en-GB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230076" y="1193425"/>
            <a:ext cx="5535652" cy="345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I. Brief Introduction of Coding Agent</a:t>
            </a:r>
            <a:endParaRPr lang="en-GB"/>
          </a:p>
        </p:txBody>
      </p:sp>
      <p:sp>
        <p:nvSpPr>
          <p:cNvPr id="112" name="Google Shape;112;p22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 have used:</a:t>
            </a:r>
            <a:endParaRPr lang="en-GB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Trae (</a:t>
            </a:r>
            <a:r>
              <a:rPr lang="en-GB"/>
              <a:t>ide based, almost for free, 拉完了，连pdf都读不了）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Codex (cli based, cheap, </a:t>
            </a:r>
            <a:r>
              <a:rPr lang="en-GB"/>
              <a:t>夯）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Claude code (cli based, expensive, </a:t>
            </a:r>
            <a:r>
              <a:rPr lang="en-GB"/>
              <a:t>夯）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Cursor (ide based, expensive, </a:t>
            </a:r>
            <a:r>
              <a:rPr lang="en-GB"/>
              <a:t>顶级）</a:t>
            </a:r>
            <a:endParaRPr lang="en-GB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way of using codex / claude code</a:t>
            </a:r>
            <a:endParaRPr lang="en-GB"/>
          </a:p>
        </p:txBody>
      </p:sp>
      <p:sp>
        <p:nvSpPr>
          <p:cNvPr id="118" name="Google Shape;118;p2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 use neovim + Ghosty Terminal for code reading.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With a sidebar for coding agent.</a:t>
            </a:r>
            <a:endParaRPr lang="en-GB"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826849" y="2112950"/>
            <a:ext cx="4921948" cy="303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Ghosty Terminal (God in Screen Splitting)</a:t>
            </a:r>
            <a:endParaRPr lang="en-GB"/>
          </a:p>
        </p:txBody>
      </p:sp>
      <p:sp>
        <p:nvSpPr>
          <p:cNvPr id="125" name="Google Shape;125;p2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216025" y="1017905"/>
            <a:ext cx="6453505" cy="4006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627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20"/>
              <a:t>Part II. Starting the Research</a:t>
            </a:r>
            <a:endParaRPr sz="40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Starting a research from scratch</a:t>
            </a:r>
            <a:endParaRPr lang="en-GB"/>
          </a:p>
        </p:txBody>
      </p:sp>
      <p:sp>
        <p:nvSpPr>
          <p:cNvPr id="137" name="Google Shape;137;p2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 with a nice and clear note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My way of writing a note:</a:t>
            </a:r>
            <a:br>
              <a:rPr lang="en-GB"/>
            </a:br>
            <a:r>
              <a:rPr lang="en-GB"/>
              <a:t>(1) Motivation.</a:t>
            </a:r>
            <a:br>
              <a:rPr lang="en-GB"/>
            </a:br>
            <a:r>
              <a:rPr lang="en-GB"/>
              <a:t>(2) Problem Setup, notations definition.</a:t>
            </a:r>
            <a:br>
              <a:rPr lang="en-GB"/>
            </a:br>
            <a:r>
              <a:rPr lang="en-GB"/>
              <a:t>(3) Optimization Objective.</a:t>
            </a:r>
            <a:br>
              <a:rPr lang="en-GB"/>
            </a:br>
            <a:r>
              <a:rPr lang="en-GB"/>
              <a:t>(4) </a:t>
            </a:r>
            <a:r>
              <a:rPr lang="en-GB"/>
              <a:t>Learning</a:t>
            </a:r>
            <a:r>
              <a:rPr lang="en-GB"/>
              <a:t> Dynamics.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Starting a research from scratch</a:t>
            </a:r>
            <a:endParaRPr lang="en-GB"/>
          </a:p>
        </p:txBody>
      </p:sp>
      <p:sp>
        <p:nvSpPr>
          <p:cNvPr id="143" name="Google Shape;143;p2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LLM seems not to be good at concept constructing. It isn’t good at building up views on a problem. Views should be given by humans.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Formulations are a research way of view for ML research.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LLM is good at extending and </a:t>
            </a:r>
            <a:r>
              <a:rPr lang="en-GB"/>
              <a:t>refining your formulation.</a:t>
            </a:r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Starting a research from scratch</a:t>
            </a:r>
            <a:endParaRPr lang="en-GB"/>
          </a:p>
        </p:txBody>
      </p:sp>
      <p:sp>
        <p:nvSpPr>
          <p:cNvPr id="149" name="Google Shape;149;p2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LLM seems not to be good at concept constructing. It isn’t good at building up views on a problem. Views should be given by humans.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Formulations are a research way of view for ML research.</a:t>
            </a:r>
            <a:endParaRPr lang="en-GB"/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" y="1017725"/>
            <a:ext cx="4894650" cy="442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811298" y="1017725"/>
            <a:ext cx="4679798" cy="344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Starting a research from scratch</a:t>
            </a:r>
            <a:endParaRPr lang="en-GB"/>
          </a:p>
        </p:txBody>
      </p:sp>
      <p:sp>
        <p:nvSpPr>
          <p:cNvPr id="157" name="Google Shape;157;p2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With a clear note, discuss with chatgpt for details on the idea.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Are there any related works or similar works? If no, then next step. 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Discuss concrete research question.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backbone model to use?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dataset to use?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Discuss the codebase setup. How to organize the codebase? Ask gpt to write down a plan file in pdf or markdown.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509775" y="3521826"/>
            <a:ext cx="4838250" cy="10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Setup the codebase.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9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" name="Google Shape;164;p3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Why markdown or pdf instead of copy the plan to context box?</a:t>
            </a:r>
            <a:endParaRPr lang="en-GB"/>
          </a:p>
        </p:txBody>
      </p:sp>
      <p:pic>
        <p:nvPicPr>
          <p:cNvPr id="165" name="Google Shape;165;p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66725" y="1706250"/>
            <a:ext cx="4212552" cy="26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605474" y="1828181"/>
            <a:ext cx="4496652" cy="221657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 txBox="1"/>
          <p:nvPr/>
        </p:nvSpPr>
        <p:spPr>
          <a:xfrm>
            <a:off x="200825" y="4561900"/>
            <a:ext cx="716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[1] Recursive Language Models. Zhang et al. 2026.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Setup the codebase.</a:t>
            </a:r>
            <a:endParaRPr lang="en-GB"/>
          </a:p>
        </p:txBody>
      </p:sp>
      <p:sp>
        <p:nvSpPr>
          <p:cNvPr id="173" name="Google Shape;173;p3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Chat with codex to ensure that it understands every part of your plan.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 to code!</a:t>
            </a:r>
            <a:endParaRPr lang="en-GB"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069571" y="1953200"/>
            <a:ext cx="2815850" cy="29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445025"/>
            <a:ext cx="627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20"/>
              <a:t>Part III. Pushing forward the research</a:t>
            </a:r>
            <a:endParaRPr sz="402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67f199b-fc3b-4b0d-8d28-abe334949b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7905" y="770890"/>
            <a:ext cx="6856095" cy="4570730"/>
          </a:xfrm>
          <a:prstGeom prst="rect">
            <a:avLst/>
          </a:prstGeom>
        </p:spPr>
      </p:pic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Style Coding</a:t>
            </a:r>
            <a:endParaRPr lang="en-GB"/>
          </a:p>
        </p:txBody>
      </p:sp>
      <p:sp>
        <p:nvSpPr>
          <p:cNvPr id="185" name="Google Shape;185;p3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Codex tends to write a lot of </a:t>
            </a:r>
            <a:r>
              <a:rPr lang="en-GB" b="1"/>
              <a:t>error handling in code.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However, for research, error handling is </a:t>
            </a:r>
            <a:r>
              <a:rPr lang="en-GB" b="1"/>
              <a:t>dangerous</a:t>
            </a:r>
            <a:r>
              <a:rPr lang="en-GB"/>
              <a:t>, you don’t know whether they may change your experiments setting implicitly. </a:t>
            </a:r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Style Coding</a:t>
            </a:r>
            <a:endParaRPr lang="en-GB"/>
          </a:p>
        </p:txBody>
      </p:sp>
      <p:sp>
        <p:nvSpPr>
          <p:cNvPr id="191" name="Google Shape;191;p3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Codex like to write fallback.</a:t>
            </a:r>
            <a:br>
              <a:rPr lang="en-GB" b="1"/>
            </a:br>
            <a:br>
              <a:rPr lang="en-GB"/>
            </a:br>
            <a:r>
              <a:rPr lang="en-GB"/>
              <a:t>## Research Code Conventions</a:t>
            </a:r>
            <a:br>
              <a:rPr lang="en-GB"/>
            </a:br>
            <a:br>
              <a:rPr lang="en-GB"/>
            </a:br>
            <a:r>
              <a:rPr lang="en-GB"/>
              <a:t>This repository is research code and should be treated as fail-fast by default. Avoid adding defensive error handling, fallback paths, or recovery logic unless they are strictly necessary for correctness, required cleanup, or an external interface that demands explicit handling.</a:t>
            </a:r>
            <a:endParaRPr lang="en-GB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Style Coding</a:t>
            </a:r>
            <a:endParaRPr lang="en-GB"/>
          </a:p>
        </p:txBody>
      </p:sp>
      <p:sp>
        <p:nvSpPr>
          <p:cNvPr id="197" name="Google Shape;197;p3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Write comment myself</a:t>
            </a:r>
            <a:r>
              <a:rPr lang="en-GB"/>
              <a:t>. Codex never writes comment, unless being asked to.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is also my way to get familiar with the code.</a:t>
            </a:r>
            <a:endParaRPr lang="en-GB"/>
          </a:p>
        </p:txBody>
      </p:sp>
      <p:pic>
        <p:nvPicPr>
          <p:cNvPr id="198" name="Google Shape;198;p3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2571758"/>
            <a:ext cx="9143999" cy="2246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12775" y="415300"/>
            <a:ext cx="735427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/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当</a:t>
            </a:r>
            <a:r>
              <a:rPr lang="en-US" altLang="zh-CN"/>
              <a:t>token</a:t>
            </a:r>
            <a:r>
              <a:rPr lang="zh-CN" altLang="en-US"/>
              <a:t>用完了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homelander_jumping_giph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975" y="1412875"/>
            <a:ext cx="5483225" cy="32727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Never never never let yourself be a lead</a:t>
            </a:r>
            <a:endParaRPr lang="en-GB"/>
          </a:p>
        </p:txBody>
      </p:sp>
      <p:sp>
        <p:nvSpPr>
          <p:cNvPr id="209" name="Google Shape;209;p3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rgbClr val="C14C8A"/>
                </a:solidFill>
              </a:rPr>
              <a:t>Don’t lose</a:t>
            </a:r>
            <a:r>
              <a:rPr lang="en-GB"/>
              <a:t> your identity of being a </a:t>
            </a:r>
            <a:r>
              <a:rPr lang="en-GB">
                <a:solidFill>
                  <a:srgbClr val="C14C8A"/>
                </a:solidFill>
              </a:rPr>
              <a:t>front line researcher</a:t>
            </a:r>
            <a:r>
              <a:rPr lang="en-GB"/>
              <a:t>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rgbClr val="C14C8A"/>
                </a:solidFill>
              </a:rPr>
              <a:t>Codex doesn’t have embodied feeling</a:t>
            </a:r>
            <a:r>
              <a:rPr lang="en-GB"/>
              <a:t>, thus it can’t reflect through out the process.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solidFill>
                  <a:srgbClr val="C14C8A"/>
                </a:solidFill>
              </a:rPr>
              <a:t>Add comment, clean up code and tidy up stuffs by yourself</a:t>
            </a:r>
            <a:r>
              <a:rPr lang="en-GB"/>
              <a:t>.</a:t>
            </a:r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Don’t lose your identity of being a front line researcher.</a:t>
            </a:r>
            <a:endParaRPr lang="en-GB"/>
          </a:p>
        </p:txBody>
      </p:sp>
      <p:sp>
        <p:nvSpPr>
          <p:cNvPr id="215" name="Google Shape;215;p3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This is what I experienced at the beginning of vibe coding. I hand everything to AI. This results in a problem for ml method research (</a:t>
            </a:r>
            <a:r>
              <a:rPr lang="en-GB" b="1"/>
              <a:t>you don’t know where to go and you have no “embodied” feedback</a:t>
            </a:r>
            <a:r>
              <a:rPr lang="en-GB"/>
              <a:t>). 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Codex isn’t as smart as you think.</a:t>
            </a:r>
            <a:r>
              <a:rPr lang="en-GB"/>
              <a:t> You should be extremely familiar with the code. There may be very small bugs: </a:t>
            </a:r>
            <a:endParaRPr lang="en-GB"/>
          </a:p>
        </p:txBody>
      </p:sp>
      <p:pic>
        <p:nvPicPr>
          <p:cNvPr id="216" name="Google Shape;216;p3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28425" y="3012532"/>
            <a:ext cx="9143999" cy="1175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Codex doesn’t have embodied feeling, thus it can’t reflect through out the process.</a:t>
            </a:r>
            <a:endParaRPr lang="en-GB"/>
          </a:p>
        </p:txBody>
      </p:sp>
      <p:sp>
        <p:nvSpPr>
          <p:cNvPr id="222" name="Google Shape;222;p39"/>
          <p:cNvSpPr txBox="1"/>
          <p:nvPr>
            <p:ph type="body" idx="1"/>
          </p:nvPr>
        </p:nvSpPr>
        <p:spPr>
          <a:xfrm>
            <a:off x="311700" y="1583775"/>
            <a:ext cx="8520600" cy="29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great advantage of front line researcher in the ML field is their interaction with the algorithm.</a:t>
            </a:r>
            <a:endParaRPr lang="en-GB"/>
          </a:p>
        </p:txBody>
      </p:sp>
      <p:pic>
        <p:nvPicPr>
          <p:cNvPr id="223" name="Google Shape;223;p3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854675" y="2352275"/>
            <a:ext cx="5143523" cy="289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 panose="020B0604020202090204"/>
              <a:buNone/>
            </a:pPr>
            <a:r>
              <a:rPr lang="en-GB"/>
              <a:t>Codex doesn’t have embodied feeling, thus it can’t reflect through out the process.</a:t>
            </a:r>
            <a:endParaRPr lang="en-GB"/>
          </a:p>
        </p:txBody>
      </p:sp>
      <p:sp>
        <p:nvSpPr>
          <p:cNvPr id="229" name="Google Shape;229;p40"/>
          <p:cNvSpPr txBox="1"/>
          <p:nvPr>
            <p:ph type="body" idx="1"/>
          </p:nvPr>
        </p:nvSpPr>
        <p:spPr>
          <a:xfrm>
            <a:off x="311700" y="1629250"/>
            <a:ext cx="8520600" cy="29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LLM is a passive machine</a:t>
            </a:r>
            <a:r>
              <a:rPr lang="en-GB"/>
              <a:t>, it won’t start to reflect unless you tell it to.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Every ML researcher </a:t>
            </a:r>
            <a:r>
              <a:rPr lang="en-GB" b="1"/>
              <a:t>has a model or some hypothesis on the to-be-run experiments</a:t>
            </a:r>
            <a:r>
              <a:rPr lang="en-GB"/>
              <a:t>, and we map the output with our model from time to time. </a:t>
            </a:r>
            <a:endParaRPr lang="en-GB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However, </a:t>
            </a:r>
            <a:r>
              <a:rPr lang="en-GB" b="1"/>
              <a:t>codex doesn’t have this, it just keep doing jobs</a:t>
            </a:r>
            <a:r>
              <a:rPr lang="en-GB"/>
              <a:t>, without realizing that something deep in math or algorithm is wrong. </a:t>
            </a:r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 comment, clean up code and tidy up stuffs by yourself.</a:t>
            </a:r>
            <a:endParaRPr lang="en-GB"/>
          </a:p>
        </p:txBody>
      </p:sp>
      <p:sp>
        <p:nvSpPr>
          <p:cNvPr id="235" name="Google Shape;235;p41"/>
          <p:cNvSpPr txBox="1"/>
          <p:nvPr>
            <p:ph type="body" idx="1"/>
          </p:nvPr>
        </p:nvSpPr>
        <p:spPr>
          <a:xfrm>
            <a:off x="311700" y="1617875"/>
            <a:ext cx="8520600" cy="29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Through the process of tidying, you get a deeper understanding of your code and you can have </a:t>
            </a:r>
            <a:r>
              <a:rPr lang="en-GB" b="1"/>
              <a:t>“embodied experience”</a:t>
            </a:r>
            <a:r>
              <a:rPr lang="en-GB"/>
              <a:t>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My experience on verl.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Saining Xie:”if your project is always the same as your designation at the beginning, then it’s a total failure”</a:t>
            </a:r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Don’t let codex write code that you don’t understand.</a:t>
            </a:r>
            <a:endParaRPr lang="en-GB"/>
          </a:p>
        </p:txBody>
      </p:sp>
      <p:pic>
        <p:nvPicPr>
          <p:cNvPr id="241" name="Google Shape;241;p4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823325" y="1175825"/>
            <a:ext cx="596265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73300" y="2932425"/>
            <a:ext cx="8458998" cy="202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4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249" name="Google Shape;249;p4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911524" y="179800"/>
            <a:ext cx="5634273" cy="450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Sensitivity</a:t>
            </a:r>
            <a:endParaRPr lang="en-GB"/>
          </a:p>
        </p:txBody>
      </p:sp>
      <p:sp>
        <p:nvSpPr>
          <p:cNvPr id="255" name="Google Shape;255;p4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Encoder on the right.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Transformers (Qwen), others random init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output of the encoder is always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Why 181? Guess?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  <p:pic>
        <p:nvPicPr>
          <p:cNvPr id="256" name="Google Shape;256;p4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850425" y="300800"/>
            <a:ext cx="2981875" cy="454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48700" y="2391862"/>
            <a:ext cx="4625574" cy="93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Sensitivity</a:t>
            </a:r>
            <a:endParaRPr lang="en-GB"/>
          </a:p>
        </p:txBody>
      </p:sp>
      <p:sp>
        <p:nvSpPr>
          <p:cNvPr id="263" name="Google Shape;263;p4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  <p:pic>
        <p:nvPicPr>
          <p:cNvPr id="264" name="Google Shape;264;p4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850425" y="300800"/>
            <a:ext cx="2981875" cy="454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76975" y="964424"/>
            <a:ext cx="4625574" cy="93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77775" y="1855100"/>
            <a:ext cx="3650924" cy="98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16776" y="3260773"/>
            <a:ext cx="5986752" cy="13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Quick Reading Ability</a:t>
            </a:r>
            <a:endParaRPr lang="en-GB"/>
          </a:p>
        </p:txBody>
      </p:sp>
      <p:sp>
        <p:nvSpPr>
          <p:cNvPr id="273" name="Google Shape;273;p4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Claude code and codex are fast code readers, they can quickly grab every small part of the code to obtain a full view of function of each code block. 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You can use it as a code reader helper.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Ask it to tell you why we need this function?</a:t>
            </a:r>
            <a:endParaRPr 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Ability to handle problems of virtual environment</a:t>
            </a:r>
            <a:endParaRPr lang="en-GB"/>
          </a:p>
        </p:txBody>
      </p:sp>
      <p:sp>
        <p:nvSpPr>
          <p:cNvPr id="279" name="Google Shape;279;p47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</a:p>
        </p:txBody>
      </p:sp>
      <p:pic>
        <p:nvPicPr>
          <p:cNvPr id="280" name="Google Shape;280;p4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1050130"/>
            <a:ext cx="9144001" cy="454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6" name="Google Shape;286;p4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287" name="Google Shape;287;p4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445929" y="0"/>
            <a:ext cx="625214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Ssh modification trick</a:t>
            </a:r>
            <a:endParaRPr lang="en-GB"/>
          </a:p>
        </p:txBody>
      </p:sp>
      <p:sp>
        <p:nvSpPr>
          <p:cNvPr id="293" name="Google Shape;293;p4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You can also ask coding agent to ssh to a server. And modify the code through ssh.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Hard for human, but easy for LLM.</a:t>
            </a:r>
            <a:endParaRPr lang="en-GB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9" name="Google Shape;299;p50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300" name="Google Shape;300;p5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36450" y="56300"/>
            <a:ext cx="6284227" cy="3814124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50"/>
          <p:cNvSpPr txBox="1"/>
          <p:nvPr/>
        </p:nvSpPr>
        <p:spPr>
          <a:xfrm>
            <a:off x="399725" y="4391400"/>
            <a:ext cx="5581200" cy="4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302" name="Google Shape;302;p50"/>
          <p:cNvSpPr txBox="1"/>
          <p:nvPr/>
        </p:nvSpPr>
        <p:spPr>
          <a:xfrm>
            <a:off x="200825" y="4561900"/>
            <a:ext cx="7161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[1] </a:t>
            </a:r>
            <a:r>
              <a:rPr lang="en-GB">
                <a:solidFill>
                  <a:schemeClr val="dk2"/>
                </a:solidFill>
              </a:rPr>
              <a:t>Circuit Tracing: Revealing Computational Graphs in Language Models</a:t>
            </a:r>
            <a:r>
              <a:rPr lang="en-GB">
                <a:solidFill>
                  <a:schemeClr val="dk2"/>
                </a:solidFill>
              </a:rPr>
              <a:t>. Anthropic Team. 2025.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1"/>
          <p:cNvSpPr txBox="1"/>
          <p:nvPr>
            <p:ph type="title"/>
          </p:nvPr>
        </p:nvSpPr>
        <p:spPr>
          <a:xfrm>
            <a:off x="311700" y="445025"/>
            <a:ext cx="627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20"/>
              <a:t>Part III. </a:t>
            </a:r>
            <a:r>
              <a:rPr lang="en-GB" sz="4020"/>
              <a:t>Helping with paper writing and poster drawing</a:t>
            </a:r>
            <a:endParaRPr sz="402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 analysis</a:t>
            </a:r>
            <a:endParaRPr lang="en-GB"/>
          </a:p>
        </p:txBody>
      </p:sp>
      <p:sp>
        <p:nvSpPr>
          <p:cNvPr id="313" name="Google Shape;313;p52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pic>
        <p:nvPicPr>
          <p:cNvPr id="314" name="Google Shape;314;p5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75925" y="1061751"/>
            <a:ext cx="8568076" cy="323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Polishing words, and checking references</a:t>
            </a:r>
            <a:endParaRPr lang="en-GB"/>
          </a:p>
        </p:txBody>
      </p:sp>
      <p:sp>
        <p:nvSpPr>
          <p:cNvPr id="320" name="Google Shape;320;p5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Paper writing.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Checking bibtex (GPT 5 Pro)</a:t>
            </a:r>
            <a:endParaRPr lang="en-GB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Trick on Paper Reviewing</a:t>
            </a:r>
            <a:endParaRPr lang="en-GB"/>
          </a:p>
        </p:txBody>
      </p:sp>
      <p:sp>
        <p:nvSpPr>
          <p:cNvPr id="326" name="Google Shape;326;p5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Finding prompt injection (ICML)</a:t>
            </a:r>
            <a:endParaRPr lang="en-GB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311700" y="445025"/>
            <a:ext cx="627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20"/>
              <a:t>Part III. Poster Drawing</a:t>
            </a:r>
            <a:endParaRPr sz="402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Claude Cowork for design task. </a:t>
            </a:r>
            <a:endParaRPr lang="en-GB"/>
          </a:p>
        </p:txBody>
      </p:sp>
      <p:sp>
        <p:nvSpPr>
          <p:cNvPr id="337" name="Google Shape;337;p5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Claude is better at designation.</a:t>
            </a:r>
            <a:endParaRPr lang="en-GB"/>
          </a:p>
        </p:txBody>
      </p:sp>
      <p:pic>
        <p:nvPicPr>
          <p:cNvPr id="338" name="Google Shape;338;p5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723548" y="344825"/>
            <a:ext cx="3021950" cy="43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746650" y="848250"/>
            <a:ext cx="8272200" cy="36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1">
                <a:solidFill>
                  <a:schemeClr val="dk1"/>
                </a:solidFill>
              </a:rPr>
              <a:t>I think that </a:t>
            </a:r>
            <a:r>
              <a:rPr lang="en-GB" sz="2400" b="1" i="1">
                <a:solidFill>
                  <a:srgbClr val="FF0000"/>
                </a:solidFill>
              </a:rPr>
              <a:t>collaborating with AI</a:t>
            </a:r>
            <a:r>
              <a:rPr lang="en-GB" sz="2400" b="1" i="1">
                <a:solidFill>
                  <a:schemeClr val="dk1"/>
                </a:solidFill>
              </a:rPr>
              <a:t> instead of leading them is a better way. You should treat the AI </a:t>
            </a:r>
            <a:r>
              <a:rPr lang="en-GB" sz="2400" b="1" i="1">
                <a:solidFill>
                  <a:srgbClr val="FF0000"/>
                </a:solidFill>
              </a:rPr>
              <a:t>as your collaborator, who you can’t fully trust</a:t>
            </a:r>
            <a:r>
              <a:rPr lang="en-GB" sz="2400" b="1" i="1">
                <a:solidFill>
                  <a:schemeClr val="dk1"/>
                </a:solidFill>
              </a:rPr>
              <a:t>.</a:t>
            </a:r>
            <a:r>
              <a:rPr lang="en-GB" sz="2400" b="1">
                <a:solidFill>
                  <a:schemeClr val="dk1"/>
                </a:solidFill>
              </a:rPr>
              <a:t> </a:t>
            </a:r>
            <a:endParaRPr sz="3100" b="1">
              <a:solidFill>
                <a:schemeClr val="dk2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532350" y="1702650"/>
            <a:ext cx="5241051" cy="349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6030</Words>
  <Application>WPS 文字</Application>
  <PresentationFormat/>
  <Paragraphs>219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6" baseType="lpstr">
      <vt:lpstr>Arial</vt:lpstr>
      <vt:lpstr>宋体</vt:lpstr>
      <vt:lpstr>Wingdings</vt:lpstr>
      <vt:lpstr>Arial</vt:lpstr>
      <vt:lpstr>微软雅黑</vt:lpstr>
      <vt:lpstr>汉仪旗黑</vt:lpstr>
      <vt:lpstr>宋体</vt:lpstr>
      <vt:lpstr>Arial Unicode MS</vt:lpstr>
      <vt:lpstr>汉仪书宋二KW</vt:lpstr>
      <vt:lpstr>Simple Light</vt:lpstr>
      <vt:lpstr>Learning Research</vt:lpstr>
      <vt:lpstr>Who am I?</vt:lpstr>
      <vt:lpstr>PowerPoint 演示文稿</vt:lpstr>
      <vt:lpstr>Outline</vt:lpstr>
      <vt:lpstr>Part I. Brief Introduction of Coding Agent</vt:lpstr>
      <vt:lpstr>Part I. Brief Introduction of Coding Agent</vt:lpstr>
      <vt:lpstr>Part I. Brief Introduction of Coding Agent</vt:lpstr>
      <vt:lpstr>Part I. Brief Introduction of Coding Agent</vt:lpstr>
      <vt:lpstr>Part I. Brief Introduction of Coding Agent</vt:lpstr>
      <vt:lpstr>Part I. Brief Introduction of Coding Agent</vt:lpstr>
      <vt:lpstr>My way of using codex / claude code</vt:lpstr>
      <vt:lpstr>Ghosty Terminal (God in Screen Splitting)</vt:lpstr>
      <vt:lpstr>Part II. Starting the Research</vt:lpstr>
      <vt:lpstr>Starting a research from scratch</vt:lpstr>
      <vt:lpstr>Starting a research from scratch</vt:lpstr>
      <vt:lpstr>Starting a research from scratch</vt:lpstr>
      <vt:lpstr>Starting a research from scratch</vt:lpstr>
      <vt:lpstr>Setup the codebase.</vt:lpstr>
      <vt:lpstr>Setup the codebase.</vt:lpstr>
      <vt:lpstr>Part III. Pushing forward the research</vt:lpstr>
      <vt:lpstr>Research Style Coding</vt:lpstr>
      <vt:lpstr>Research Style Coding</vt:lpstr>
      <vt:lpstr>Research Style Coding</vt:lpstr>
      <vt:lpstr>PowerPoint 演示文稿</vt:lpstr>
      <vt:lpstr>当token用完了</vt:lpstr>
      <vt:lpstr>Never never never let yourself be a lead</vt:lpstr>
      <vt:lpstr>Don’t lose your identity of being a front line researcher.</vt:lpstr>
      <vt:lpstr>Codex doesn’t have embodied feeling, thus it can’t reflect through out the process.</vt:lpstr>
      <vt:lpstr>Codex doesn’t have embodied feeling, thus it can’t reflect through out the process.</vt:lpstr>
      <vt:lpstr>Add comment, clean up code and tidy up stuffs by yourself.</vt:lpstr>
      <vt:lpstr>Don’t let codex write code that you don’t understand.</vt:lpstr>
      <vt:lpstr>PowerPoint 演示文稿</vt:lpstr>
      <vt:lpstr>Numerical Sensitivity</vt:lpstr>
      <vt:lpstr>Numerical Sensitivity</vt:lpstr>
      <vt:lpstr>Quick Reading Ability</vt:lpstr>
      <vt:lpstr>Ability to handle problems of virtual environment</vt:lpstr>
      <vt:lpstr>PowerPoint 演示文稿</vt:lpstr>
      <vt:lpstr>Ssh modification trick</vt:lpstr>
      <vt:lpstr>PowerPoint 演示文稿</vt:lpstr>
      <vt:lpstr>Part III. Helping with paper writing and poster drawing</vt:lpstr>
      <vt:lpstr>Result analysis</vt:lpstr>
      <vt:lpstr>Polishing words, and checking references</vt:lpstr>
      <vt:lpstr>Trick on Paper Reviewing</vt:lpstr>
      <vt:lpstr>Part III. Poster Drawing</vt:lpstr>
      <vt:lpstr>Use Claude Cowork for design task.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Sharing the usages of Coding Agent on Machine Learning Research</dc:title>
  <dc:creator/>
  <cp:lastModifiedBy>WPS_1620298981</cp:lastModifiedBy>
  <cp:revision>4</cp:revision>
  <dcterms:created xsi:type="dcterms:W3CDTF">2026-06-07T06:29:36Z</dcterms:created>
  <dcterms:modified xsi:type="dcterms:W3CDTF">2026-06-07T06:29:36Z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8225EA3AB969059B1E50246A4C55DEA5_43</vt:lpwstr>
  </property>
  <property fmtid="{D5CDD505-2E9C-101B-9397-08002B2CF9AE}" pid="3" name="KSOProductBuildVer">
    <vt:lpwstr>2052-12.1.25895.25895</vt:lpwstr>
  </property>
</Properties>
</file>